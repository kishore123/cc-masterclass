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FA9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SDLC Masterclass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tool by shipping embedded C — requirement to release.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embedded / Linux / device-driver engineers.   </a:t>
            </a:r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hours, hands-on.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assisted   ·   L3 supervised   ·   L4 delegated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leave with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91440" cy="1783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every building block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skills, MCP, sub-agents, orchestration, dynamic workflows — and know which to reach for.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28800"/>
            <a:ext cx="91440" cy="1783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full SDLC with Claude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to release, on real C firmware — not slideware.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91440" cy="1783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autonomy per stage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L2 / L3 / L4 for each stage and defend it to your safety process.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97764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77640"/>
            <a:ext cx="91440" cy="1783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&amp; adapt the toolkit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cc-masterclass-kit home and run it on your own repos Monday.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is context + tools + a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0" y="21945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97480" y="2450592"/>
            <a:ext cx="402336" cy="40233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context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219456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03720" y="2450592"/>
            <a:ext cx="402336" cy="40233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a tool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41148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4370832"/>
            <a:ext cx="402336" cy="40233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5236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it locally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68880" y="41148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4370832"/>
            <a:ext cx="402336" cy="40233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4612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result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0" y="2651760"/>
            <a:ext cx="1188720" cy="0"/>
          </a:xfrm>
          <a:prstGeom prst="line">
            <a:avLst/>
          </a:prstGeom>
          <a:noFill/>
          <a:ln w="254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83880" y="3108960"/>
            <a:ext cx="0" cy="1005840"/>
          </a:xfrm>
          <a:prstGeom prst="line">
            <a:avLst/>
          </a:prstGeom>
          <a:noFill/>
          <a:ln w="254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0" y="4572000"/>
            <a:ext cx="-1188720" cy="0"/>
          </a:xfrm>
          <a:prstGeom prst="line">
            <a:avLst/>
          </a:prstGeom>
          <a:noFill/>
          <a:ln w="254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77640" y="4114800"/>
            <a:ext cx="0" cy="-1005840"/>
          </a:xfrm>
          <a:prstGeom prst="line">
            <a:avLst/>
          </a:prstGeom>
          <a:noFill/>
          <a:ln w="2540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49240" y="3154680"/>
            <a:ext cx="1463040" cy="914400"/>
          </a:xfrm>
          <a:prstGeom prst="ellipse">
            <a:avLst/>
          </a:prstGeom>
          <a:solidFill>
            <a:srgbClr val="EFEDFB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154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— commands, skills, MCP, sub-agents, hooks, plugins — is just a different way to package and scope these three.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THROUGH-LINE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capability ladder rises with autonomy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201168" cy="201168"/>
          </a:xfrm>
          <a:prstGeom prst="rect">
            <a:avLst/>
          </a:prstGeom>
          <a:solidFill>
            <a:srgbClr val="EAE9E3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assisted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627632"/>
            <a:ext cx="201168" cy="201168"/>
          </a:xfrm>
          <a:prstGeom prst="rect">
            <a:avLst/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supervised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627632"/>
            <a:ext cx="201168" cy="201168"/>
          </a:xfrm>
          <a:prstGeom prst="rect">
            <a:avLst/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delegated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E7E5FA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203704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2103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workflow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21031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its own next step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E7E5FA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880360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779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277977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agents, one task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456432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DCF0E9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557016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53312" y="34564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sub-agent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23360" y="345643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context, scoped tools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133088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DCF0E9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4233672"/>
            <a:ext cx="365760" cy="3657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41330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tool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23360" y="413308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beyond the repo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809744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EAE9E3"/>
          </a:solidFill>
          <a:ln w="15875">
            <a:solidFill>
              <a:srgbClr val="8887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4910328"/>
            <a:ext cx="365760" cy="365760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53312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023360" y="480974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auto-selected, bundles code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486400"/>
            <a:ext cx="7680960" cy="566928"/>
          </a:xfrm>
          <a:prstGeom prst="roundRect">
            <a:avLst>
              <a:gd name="adj" fmla="val 9677"/>
            </a:avLst>
          </a:prstGeom>
          <a:solidFill>
            <a:srgbClr val="EAE9E3"/>
          </a:solidFill>
          <a:ln w="15875">
            <a:solidFill>
              <a:srgbClr val="8887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586984"/>
            <a:ext cx="365760" cy="365760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53312" y="5486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/ command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023360" y="54864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instruction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823960" y="6053328"/>
            <a:ext cx="0" cy="-3858768"/>
          </a:xfrm>
          <a:prstGeom prst="line">
            <a:avLst/>
          </a:prstGeom>
          <a:noFill/>
          <a:ln w="31750">
            <a:solidFill>
              <a:srgbClr val="534AB7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 rot="5400000">
            <a:off x="8961120" y="2103120"/>
            <a:ext cx="2926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autonomy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SPINE OF THE COURSE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levels of autonomy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520440" cy="868680"/>
          </a:xfrm>
          <a:prstGeom prst="rect">
            <a:avLst/>
          </a:prstGeom>
          <a:solidFill>
            <a:srgbClr val="88878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928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drives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540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Human, every step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Claude's job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7673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pair: suggest, draft, explain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2611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prompts, plan mode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9743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44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193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07408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1783080"/>
            <a:ext cx="3520440" cy="868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8928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58968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81728" y="28346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drives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30540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a workflow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81728" y="35478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Claude's job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37673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commands, skills, sub-agents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81728" y="42611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81728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rules, scoped tools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81728" y="49743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gate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81728" y="5193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defined checkpoints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74736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1783080"/>
            <a:ext cx="3520440" cy="8686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18928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226296" y="20299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Delegated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9056" y="28346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drives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49056" y="30540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headless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49056" y="354787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Claude's job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49056" y="37673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unattended: CI, claude -p, SDK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49056" y="42611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49056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Policy-as-code, sandbox, audit log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49056" y="49743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gate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49056" y="5193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audit only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you approve each step   ·   L3 you approve at checkpoints   ·   L4 you audit outcomes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firmware-lab — a sensor gateway in 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is.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host-buildable embedded-C firmware: simulated I2C sensor → wire-frame protocol → simulated UART uplink, plus a debug CLI. Builds in seconds with gcc / make — no hardware, no cross-toolchain.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419856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3832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baseline.  </a:t>
            </a:r>
            <a:pPr indent="0" marL="0"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Unity tests pass, CI green — yet 4 latent bugs lurk.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133088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409651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feature.  </a:t>
            </a:r>
            <a:pPr indent="0" marL="0"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FR-7: add a CRC-16 to the wire frame, built across the course.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80974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 surface.  </a:t>
            </a:r>
            <a:pPr indent="0" marL="0"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at proto_decode, config_load, the CLI.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559552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52297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backlog drives it.  </a:t>
            </a:r>
            <a:pPr indent="0" marL="0">
              <a:buNone/>
            </a:pPr>
            <a:r>
              <a:rPr lang="en-US" sz="13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lab takes one item requirement → tagged release.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182880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24231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3200400"/>
            <a:ext cx="3200400" cy="402336"/>
          </a:xfrm>
          <a:prstGeom prst="roundRect">
            <a:avLst>
              <a:gd name="adj" fmla="val 11364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2004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64040" y="3090672"/>
            <a:ext cx="0" cy="10972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712464"/>
            <a:ext cx="3200400" cy="402336"/>
          </a:xfrm>
          <a:prstGeom prst="roundRect">
            <a:avLst>
              <a:gd name="adj" fmla="val 11364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712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protocol.c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64040" y="3602736"/>
            <a:ext cx="0" cy="10972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224528"/>
            <a:ext cx="3200400" cy="402336"/>
          </a:xfrm>
          <a:prstGeom prst="roundRect">
            <a:avLst>
              <a:gd name="adj" fmla="val 11364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42245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64040" y="4114800"/>
            <a:ext cx="0" cy="10972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4736592"/>
            <a:ext cx="3200400" cy="402336"/>
          </a:xfrm>
          <a:prstGeom prst="roundRect">
            <a:avLst>
              <a:gd name="adj" fmla="val 11364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7365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ring_buffer.c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4626864"/>
            <a:ext cx="0" cy="10972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5248656"/>
            <a:ext cx="3200400" cy="402336"/>
          </a:xfrm>
          <a:prstGeom prst="roundRect">
            <a:avLst>
              <a:gd name="adj" fmla="val 11364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5248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hal/ (sensor, uart)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64040" y="5138928"/>
            <a:ext cx="0" cy="109728"/>
          </a:xfrm>
          <a:prstGeom prst="line">
            <a:avLst/>
          </a:prstGeom>
          <a:noFill/>
          <a:ln w="12700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PIECES FIT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repos: the work and the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4754880" cy="7772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firmware-lab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what you build 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880360"/>
            <a:ext cx="128016" cy="12801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+ draft spec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3483864"/>
            <a:ext cx="128016" cy="12801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438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bugs + FR-7 feature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087368"/>
            <a:ext cx="128016" cy="12801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41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CI, build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4690872"/>
            <a:ext cx="128016" cy="12801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student clones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82880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828800"/>
            <a:ext cx="4754880" cy="77724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cc-masterclass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— how to do 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59168" y="2880360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SDLC modules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59168" y="3483864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4381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guide + answer key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59168" y="4087368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4041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.claude/ artifacts you build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59168" y="4690872"/>
            <a:ext cx="128016" cy="128016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645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cc-masterclass-kit plugin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40680" y="3657600"/>
            <a:ext cx="1280160" cy="0"/>
          </a:xfrm>
          <a:prstGeom prst="line">
            <a:avLst/>
          </a:prstGeom>
          <a:noFill/>
          <a:ln w="25400">
            <a:solidFill>
              <a:srgbClr val="888780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is the work; the course is how to do it with Claude Code, autonomy chosen per stage.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 · 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Elicit, don't assume.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failure mode is confident invention — prompt it to ask every open question before it drafts a 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· plan mode · capture a command · MCP to the issue tracker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backlog FR-7 into a testable spec with acceptance criteria + a traceability row.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supervised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·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 out, then decide on paper.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exploration returns conclusions, not file dumps; the decision earns a durable ADR.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/ Plan sub-agents · plan mode · ADRs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CRC change; a design-reviewer sub-agent critiques the ADR before you commit.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supervised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· 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replace supervision.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hooks, and scoped permissions watch the work so you review the diff, not each keystroke.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rules · format-on-edit hook · permission deny-rules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FR-7; the hook auto-formats; edits to vendor/ are blocked.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supervised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·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are self-checking.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delegable because a wrong test goes red — but green never means correct.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test-writer sub-agent · test-gen skill · coverage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tests that expose BUG-1 and BUG-4 the green suite hid.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delegated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· DEBUG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loop of evidence.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symptoms, not answers; make the agent show you the faulting line, not guess at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gdb + AddressSanitizer · triage sub-agent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three seeded bugs from field tickets alone.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DCF0E9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supervised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·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finding from judging.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and fuzzing are delegable to L4; triage stays human. Fuzzing finds what tests miss.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/security-review · gate hooks · libFuzzer · security-reviewer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proto_decode → BUG-1 in seconds; a hook blocks a planted secret.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delegated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 · BUILD &amp; INTEGRATE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integrate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true L4.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oracle + sandbox + audit log make unattended autonomy genuinely safe here.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claude -p · build-fixer loop · /code-review · CI bot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build; an L4 fixer loop repairs it; agent review stacks before human review.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delegated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 · RELEASE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the typing, not the call.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changelog, and tag checks are delegable; the go/no-go to ship stays human.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release-notes skill · semver hook · /schedule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v1.1.0: the agent drafts notes from commits, you approve the tag.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delegated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9 · 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&amp; dynamic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 — and know when not to.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pipeline vs. a workflow that picks its own next step. Don't orchestrate what one session does better.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480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0920" y="2487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fan-out · orchestrator command · Agent SDK · /loop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3703320"/>
            <a:ext cx="384048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4133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/ship-feature: plan → implementer + reviewer + tester → merge, on a real backlog item.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52852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7E5FA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285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delegated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COURSE SPINE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SDLC × autonomy: the ceiling per stage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118872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Primitive focus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Ceiling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Prompting, plan mode, 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owns intent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sub-agents, ADR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judgment human-gated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Rules, hooks, permissions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tests +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test-writer,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is self-checking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gdb, ASan, triage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by 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fuzzing, gate hooks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delegable, triage human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integrate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headless, CI 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+ sandbox +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release-notes, semver hook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L3/L4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automate, human 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fan-out, Agent 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E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durability is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CLOSING DISCUSSION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team's autonomy rubric — fill it 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universal answers. A medical or automotive team sits lower than a hobby project. The win is a shared, written, defensible position.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31089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Typical ceiling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Your team's call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Rationale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integrate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L3/L4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C348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THIS ROOM TO THE ORG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 out: one toolkit, managed-local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760720" cy="2743200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team toolkit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marketplace add \
  kishore123/cc-masterclass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 \
  cc-masterclass-kit@cc-masterclass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update cc-masterclass-kit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0" y="1965960"/>
            <a:ext cx="91440" cy="1143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hub is a git repo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235000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is the source of truth; update re-pulls — versioned, auditable, rollback-able.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3337560"/>
            <a:ext cx="91440" cy="1143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ship too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372160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secret-scan gate and format hook travel in the plugin, so everyone inherits the same policy.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4709160"/>
            <a:ext cx="91440" cy="1143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Repo-specific stays in-repo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509320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skills live with the code and version with it — no drift.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IT WITH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everything lives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868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05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SDLC × autonomy map + module index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429000"/>
            <a:ext cx="82296" cy="868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570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SELF_STUDY.md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path: one day, or 5–6 evenings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480560"/>
            <a:ext cx="82296" cy="868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08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firmware-lab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make, make test — then work the backlog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377440"/>
            <a:ext cx="82296" cy="8686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505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Claude Code primitive works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42900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429000"/>
            <a:ext cx="82296" cy="8686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5570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sheet, answer key, lab-validation status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448056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sx="100000" sy="100000" kx="0" ky="0" algn="bl" rotWithShape="0" blurRad="88900" dist="38100" dir="8100000">
              <a:srgbClr val="26215C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4480560"/>
            <a:ext cx="82296" cy="8686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608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cc-masterclass-kit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installable plugin + marketplace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github.com/kishore123/cc-masterclass   ·   github.com/kishore123/firmware-lab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ship.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backlog item. Take it requirement → tagged release. Choose your autonomy at each step — and defend it.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github.com/kishore123/cc-masterclass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SDLC Masterclass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SDLC Masterclass</dc:title>
  <dc:subject>PptxGenJS Presentation</dc:subject>
  <dc:creator>Claude Code SDLC Masterclass</dc:creator>
  <cp:lastModifiedBy>Claude Code SDLC Masterclass</cp:lastModifiedBy>
  <cp:revision>1</cp:revision>
  <dcterms:created xsi:type="dcterms:W3CDTF">2026-06-13T18:44:00Z</dcterms:created>
  <dcterms:modified xsi:type="dcterms:W3CDTF">2026-06-13T18:44:00Z</dcterms:modified>
</cp:coreProperties>
</file>