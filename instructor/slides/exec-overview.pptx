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AFA9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UPCOMING WORKSHOP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32588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 SDLC Masterclass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learn AI-assisted development by shipping real embedded C —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backlog item taken from requirement to a signed, tagged release.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E1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0320" y="365760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/ Linux / device-driver engineers working in C — hands-on on a real firmware lab repo, not slideware.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2793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E1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0" y="427939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hours in-person, instructor-led · take-home deep-dive track · full self-study path for anyone who misses it.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90118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E1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LENS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4901184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“how to use the tool” — at every SDLC stage: how much autonomy should AI get here, and why?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552297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E1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5522976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complete · security labs dry-run validated (WSL2/clang) · pilot run-sheet and pre-work kit ready.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COVERED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full lifecycle — with security threaded through, not bolted 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4924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8424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SDLC spine (11 modules)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441448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→ Design → Implementation → Test → Debug → Security → Build/CI → Release → Orchestration → Capstone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pairs with the right Claude Code capability: plan mode, sub-agents, hooks, skills, MCP, headless CI agents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continuous thread: the same feature and the same seeded defects carry across every module — work compounds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each engineer ships a backlog item end-to-end, choosing the autonomy level per stage and defending 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34924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98424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security thread (every stage)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2441448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threat-model the wire format before code exists (ADR records mitigations and non-goals)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fuzzing finds a real buffer overflow the green test suite hid — in under 30 seconds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secret-scan gates, scoped permissions, prompt-injection defenses for CI agents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Ship: supply-chain hygiene (SBOM, pinned actions), signed tags + artifact digests, post-release CVE watch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through-line — the autonomy ladder:  </a:t>
            </a:r>
            <a:pPr indent="0" marL="0">
              <a:buNone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AI assists every step  ·  L3 AI runs workflows, humans gate  ·  L4 AI runs unattended, humans audit. Teams leave knowing which stage belongs where.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SDLC Masterclass — executive overview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556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IT'S WORTH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team walks away with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8424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Judgment, not just tool skills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350008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shared, defensible rubric for where AI can run delegated (build fixes, scanning, first-pass review) and where humans must stay in the loop (design, release go/no-go).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98424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toolkit installable Monday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2350008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cc-masterclass-kit plugin ships with the course: code/security/design reviewers, test generation, release notes, crash triage — adapted to our repos in the capstone.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404164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 engineering cycles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407408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first-pass PR review, headless build-fixer loops, fuzzing and static analysis running unattended in CI — humans spend their time on judgment calls.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384048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404164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Lower risk, demonstrated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4407408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are policy-as-code, not trust: hooks that block secrets and unsafe edits regardless of what the AI decides. (The course's own secret-scan hook blocked its author mid-edit.)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 </a:t>
            </a:r>
            <a:pPr indent="0" marL="0">
              <a:buNone/>
            </a:pPr>
            <a:r>
              <a:rPr lang="en-US" sz="14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focused hours per engineer + a 20-minute setup pre-work. Runs on attendees' laptops; all materials, labs, and the pilot kit are ready now.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SDLC Masterclass — executive overview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556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SDLC Masterclass — Executive Overview</dc:title>
  <dc:subject>PptxGenJS Presentation</dc:subject>
  <dc:creator>Claude Code SDLC Masterclass</dc:creator>
  <cp:lastModifiedBy>Claude Code SDLC Masterclass</cp:lastModifiedBy>
  <cp:revision>1</cp:revision>
  <dcterms:created xsi:type="dcterms:W3CDTF">2026-07-02T18:30:19Z</dcterms:created>
  <dcterms:modified xsi:type="dcterms:W3CDTF">2026-07-02T18:30:19Z</dcterms:modified>
</cp:coreProperties>
</file>